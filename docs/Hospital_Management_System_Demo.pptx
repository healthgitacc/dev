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Hospital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Digital register, appointments &amp; patient care coordination</a:t>
            </a:r>
          </a:p>
          <a:p>
            <a:r>
              <a:t>Demo deck — plain-language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this application?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An online “hospital desk” on computer or tablet</a:t>
            </a:r>
          </a:p>
          <a:p>
            <a:pPr>
              <a:defRPr sz="2000"/>
            </a:pPr>
            <a:r>
              <a:t>Keeps patient records and appointments in one place</a:t>
            </a:r>
          </a:p>
          <a:p>
            <a:pPr>
              <a:defRPr sz="2000"/>
            </a:pPr>
            <a:r>
              <a:t>Reduces reliance on scattered notes or spreadsheets</a:t>
            </a:r>
          </a:p>
          <a:p>
            <a:pPr>
              <a:defRPr sz="2000"/>
            </a:pPr>
            <a:r>
              <a:t>Helps front desk, doctors, and patients stay aligned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uses the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Hospital / front-desk staff — register patients, book visits, daily operations</a:t>
            </a:r>
          </a:p>
          <a:p>
            <a:pPr>
              <a:defRPr sz="2000"/>
            </a:pPr>
            <a:r>
              <a:t>Doctors — view schedules and who they are seeing</a:t>
            </a:r>
          </a:p>
          <a:p>
            <a:pPr>
              <a:defRPr sz="2000"/>
            </a:pPr>
            <a:r>
              <a:t>Patients — sign in to book or review their own appointments (where enabled)</a:t>
            </a:r>
          </a:p>
          <a:p>
            <a:pPr>
              <a:defRPr sz="2000"/>
            </a:pPr>
            <a:r>
              <a:t>Senior roles — broader oversight and administration (as configured)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Patients — main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Add and maintain patient profiles (contact, basic medical notes)</a:t>
            </a:r>
          </a:p>
          <a:p>
            <a:pPr>
              <a:defRPr sz="2000"/>
            </a:pPr>
            <a:r>
              <a:t>Search and filter the patient list</a:t>
            </a:r>
          </a:p>
          <a:p>
            <a:pPr>
              <a:defRPr sz="2000"/>
            </a:pPr>
            <a:r>
              <a:t>Look up existing patients by email or phone when booking</a:t>
            </a:r>
          </a:p>
          <a:p>
            <a:pPr>
              <a:defRPr sz="2000"/>
            </a:pPr>
            <a:r>
              <a:t>SMS confirmation when a patient is registered (when messaging is set 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Doctors — main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Doctor profiles with specialization and experience</a:t>
            </a:r>
          </a:p>
          <a:p>
            <a:pPr>
              <a:defRPr sz="2000"/>
            </a:pPr>
            <a:r>
              <a:t>Tied to appointment booking and schedules</a:t>
            </a:r>
          </a:p>
          <a:p>
            <a:pPr>
              <a:defRPr sz="2000"/>
            </a:pPr>
            <a:r>
              <a:t>Staff can assign the right doctor to each visit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Appointments — main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Book visits with date, time, and doctor</a:t>
            </a:r>
          </a:p>
          <a:p>
            <a:pPr>
              <a:defRPr sz="2000"/>
            </a:pPr>
            <a:r>
              <a:t>View lists with status: scheduled, completed, cancelled</a:t>
            </a:r>
          </a:p>
          <a:p>
            <a:pPr>
              <a:defRPr sz="2000"/>
            </a:pPr>
            <a:r>
              <a:t>Hospital staff can book on behalf of a patient</a:t>
            </a:r>
          </a:p>
          <a:p>
            <a:pPr>
              <a:defRPr sz="2000"/>
            </a:pPr>
            <a:r>
              <a:t>Automatic text reminders for appointments (when SMS is configured)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Safety, privacy &amp;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Secure sign-in for every user</a:t>
            </a:r>
          </a:p>
          <a:p>
            <a:pPr>
              <a:defRPr sz="2000"/>
            </a:pPr>
            <a:r>
              <a:t>Role-based access — each role sees only what they need</a:t>
            </a:r>
          </a:p>
          <a:p>
            <a:pPr>
              <a:defRPr sz="2000"/>
            </a:pPr>
            <a:r>
              <a:t>Login errors shown clearly without exposing private details</a:t>
            </a:r>
          </a:p>
          <a:p>
            <a:pPr>
              <a:defRPr sz="2000"/>
            </a:pPr>
            <a:r>
              <a:t>Supports operational privacy policies (e.g. who may view full patient records)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Behind the scenes (for stakeholders)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Modern web application — fast, responsive interface</a:t>
            </a:r>
          </a:p>
          <a:p>
            <a:pPr>
              <a:defRPr sz="2000"/>
            </a:pPr>
            <a:r>
              <a:t>Reliable server and database for records and schedules</a:t>
            </a:r>
          </a:p>
          <a:p>
            <a:pPr>
              <a:defRPr sz="2000"/>
            </a:pPr>
            <a:r>
              <a:t>Designed to grow: more hospitals, departments, or features over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 — suggested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Sign in as different roles (staff vs patient)</a:t>
            </a:r>
          </a:p>
          <a:p>
            <a:pPr>
              <a:defRPr sz="2000"/>
            </a:pPr>
            <a:r>
              <a:t>2. Add or locate a patient; show SMS note if applicable</a:t>
            </a:r>
          </a:p>
          <a:p>
            <a:pPr>
              <a:defRPr sz="2000"/>
            </a:pPr>
            <a:r>
              <a:t>3. Open doctors list; pick a doctor</a:t>
            </a:r>
          </a:p>
          <a:p>
            <a:pPr>
              <a:defRPr sz="2000"/>
            </a:pPr>
            <a:r>
              <a:t>4. Book an appointment; show calendar and confirmation</a:t>
            </a:r>
          </a:p>
          <a:p>
            <a:pPr>
              <a:defRPr sz="2000"/>
            </a:pPr>
            <a:r>
              <a:t>5. Appointments list: filter or search; complete or cancel if shown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>
            <a:r>
              <a:t>Customize this deck with your hospital name, logo, and screenshots.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